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0" r:id="rId4"/>
  </p:sldMasterIdLst>
  <p:sldIdLst>
    <p:sldId id="355" r:id="rId5"/>
    <p:sldId id="102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C2DF1-9180-2660-966A-C056517678CB}" v="23" dt="2026-03-04T06:17:02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0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2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6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0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3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4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2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7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66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26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522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15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193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676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54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01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0" y="352425"/>
            <a:ext cx="11899900" cy="6323013"/>
          </a:xfrm>
        </p:spPr>
        <p:txBody>
          <a:bodyPr/>
          <a:lstStyle/>
          <a:p>
            <a:pPr algn="ctr"/>
            <a:br>
              <a:rPr lang="pt-BR" sz="6000" b="1"/>
            </a:br>
            <a:br>
              <a:rPr lang="pt-BR" sz="6000" b="1"/>
            </a:br>
            <a:r>
              <a:rPr lang="pt-BR" sz="4000" b="1" u="sng"/>
              <a:t>ATENÇÃO</a:t>
            </a:r>
            <a:r>
              <a:rPr lang="pt-BR" sz="4000" b="1"/>
              <a:t>: </a:t>
            </a:r>
            <a:br>
              <a:rPr lang="pt-BR" sz="4000" b="1"/>
            </a:br>
            <a:r>
              <a:rPr lang="pt-BR" sz="4000" b="1"/>
              <a:t>1) Vídeo e áudio devem permanecer desligados até o chamamento do processo;</a:t>
            </a:r>
            <a:br>
              <a:rPr lang="pt-BR" sz="3600" b="1"/>
            </a:br>
            <a:br>
              <a:rPr lang="pt-BR" sz="3600" b="1"/>
            </a:br>
            <a:r>
              <a:rPr lang="pt-BR" sz="4000" b="1"/>
              <a:t>2) Todos devem estar devidamente identificados e com a vestimenta adequada (art. 3º da Res. 465/2022 – CNJ).</a:t>
            </a:r>
            <a:br>
              <a:rPr lang="pt-BR" sz="3800" b="1"/>
            </a:br>
            <a:endParaRPr lang="pt-BR" sz="3800" b="1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06" y="586380"/>
            <a:ext cx="3479684" cy="112485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4237390" y="862149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/>
              <a:t>2ª Turma Cível </a:t>
            </a:r>
          </a:p>
        </p:txBody>
      </p:sp>
    </p:spTree>
    <p:extLst>
      <p:ext uri="{BB962C8B-B14F-4D97-AF65-F5344CB8AC3E}">
        <p14:creationId xmlns:p14="http://schemas.microsoft.com/office/powerpoint/2010/main" val="170636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524E-63DA-89C3-568D-AC5B137E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B9E9C-9432-12DE-005C-5D582A009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809332"/>
          </a:xfrm>
        </p:spPr>
        <p:txBody>
          <a:bodyPr/>
          <a:lstStyle/>
          <a:p>
            <a:pPr lvl="0" algn="ctr">
              <a:spcBef>
                <a:spcPts val="1000"/>
              </a:spcBef>
              <a:buClr>
                <a:srgbClr val="F8F8F8"/>
              </a:buClr>
              <a:buSzPct val="80000"/>
              <a:defRPr/>
            </a:pPr>
            <a:br>
              <a:rPr lang="pt-BR" sz="6000" b="1" dirty="0"/>
            </a:br>
            <a:r>
              <a:rPr lang="pt-BR" sz="6000" b="1"/>
              <a:t>0708852-26.2021 (1)</a:t>
            </a:r>
            <a:br>
              <a:rPr lang="pt-BR" b="1" dirty="0"/>
            </a:br>
            <a:r>
              <a:rPr lang="pt-BR" sz="3200" b="1"/>
              <a:t>RELATOR: </a:t>
            </a:r>
            <a:br>
              <a:rPr lang="pt-BR" sz="3200" b="1" dirty="0"/>
            </a:br>
            <a:r>
              <a:rPr lang="pt-BR" sz="3200" b="1" dirty="0"/>
              <a:t>DESEMBARGADOR HÉCTOR VALVERDE</a:t>
            </a:r>
            <a:br>
              <a:rPr lang="pt-BR" sz="3200" b="1" dirty="0"/>
            </a:br>
            <a:br>
              <a:rPr lang="pt-BR" sz="3200" b="1" dirty="0"/>
            </a:br>
            <a:br>
              <a:rPr lang="pt-B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</a:rPr>
            </a:br>
            <a:endParaRPr lang="pt-BR" sz="18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FEC11D-D6C8-3076-AA6C-8BDC6FF38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79"/>
            <a:ext cx="9321457" cy="1453603"/>
          </a:xfrm>
        </p:spPr>
        <p:txBody>
          <a:bodyPr>
            <a:normAutofit/>
          </a:bodyPr>
          <a:lstStyle/>
          <a:p>
            <a:pPr algn="ctr"/>
            <a:endParaRPr lang="pt-BR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pt-BR" sz="5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BCD70B-154C-4830-39F3-EC0B431C4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06" y="586380"/>
            <a:ext cx="3479684" cy="11248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E8C0773-E926-2C2C-7EFC-CA2983A376AF}"/>
              </a:ext>
            </a:extLst>
          </p:cNvPr>
          <p:cNvSpPr txBox="1"/>
          <p:nvPr/>
        </p:nvSpPr>
        <p:spPr>
          <a:xfrm>
            <a:off x="4237390" y="862149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/>
              <a:t>2ª Turma Cível </a:t>
            </a:r>
          </a:p>
        </p:txBody>
      </p:sp>
    </p:spTree>
    <p:extLst>
      <p:ext uri="{BB962C8B-B14F-4D97-AF65-F5344CB8AC3E}">
        <p14:creationId xmlns:p14="http://schemas.microsoft.com/office/powerpoint/2010/main" val="3251077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Personalizada 9">
      <a:dk1>
        <a:sysClr val="windowText" lastClr="000000"/>
      </a:dk1>
      <a:lt1>
        <a:srgbClr val="F8F8F8"/>
      </a:lt1>
      <a:dk2>
        <a:srgbClr val="0E5580"/>
      </a:dk2>
      <a:lt2>
        <a:srgbClr val="000000"/>
      </a:lt2>
      <a:accent1>
        <a:srgbClr val="F8F8F8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Í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8446F430C8754BA55C94BD5B7A1A3F" ma:contentTypeVersion="12" ma:contentTypeDescription="Crie um novo documento." ma:contentTypeScope="" ma:versionID="b8451ff808f99ff869cd7ed56fe959c7">
  <xsd:schema xmlns:xsd="http://www.w3.org/2001/XMLSchema" xmlns:xs="http://www.w3.org/2001/XMLSchema" xmlns:p="http://schemas.microsoft.com/office/2006/metadata/properties" xmlns:ns2="a1502e98-a051-4393-a021-de8709fd5dbd" xmlns:ns3="2aabb5b7-11a6-4edb-b82f-e91ec49f15ec" targetNamespace="http://schemas.microsoft.com/office/2006/metadata/properties" ma:root="true" ma:fieldsID="e6bab1a70c0d3a4a9569cfd88ba8a2e4" ns2:_="" ns3:_="">
    <xsd:import namespace="a1502e98-a051-4393-a021-de8709fd5dbd"/>
    <xsd:import namespace="2aabb5b7-11a6-4edb-b82f-e91ec49f15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02e98-a051-4393-a021-de8709fd5d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abb5b7-11a6-4edb-b82f-e91ec49f15e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464ADB-1095-4244-A856-607029C9C4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663CAB-8E06-42E1-B990-F017F246EC45}">
  <ds:schemaRefs>
    <ds:schemaRef ds:uri="a1502e98-a051-4393-a021-de8709fd5dbd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2aabb5b7-11a6-4edb-b82f-e91ec49f15e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5B85633-C601-4294-A5DE-4EAD6B2F0E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502e98-a051-4393-a021-de8709fd5dbd"/>
    <ds:schemaRef ds:uri="2aabb5b7-11a6-4edb-b82f-e91ec49f15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546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Íon</vt:lpstr>
      <vt:lpstr>  ATENÇÃO:  1) Vídeo e áudio devem permanecer desligados até o chamamento do processo;  2) Todos devem estar devidamente identificados e com a vestimenta adequada (art. 3º da Res. 465/2022 – CNJ). </vt:lpstr>
      <vt:lpstr> 0708852-26.2021 (1) RELATOR:  DESEMBARGADOR HÉCTOR VALVERDE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000000-00.2020</dc:title>
  <dc:creator>Nuno Alberto Biondo Gonçalves</dc:creator>
  <cp:lastModifiedBy>Vinícius Costa Da Cruz - 2TCV</cp:lastModifiedBy>
  <cp:revision>644</cp:revision>
  <dcterms:created xsi:type="dcterms:W3CDTF">2020-05-19T20:29:59Z</dcterms:created>
  <dcterms:modified xsi:type="dcterms:W3CDTF">2026-03-04T06:17:10Z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0x0101007D8446F430C8754BA55C94BD5B7A1A3F</vt:lpwstr>
  </property>
</Properties>
</file>